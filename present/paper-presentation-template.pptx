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"/>
              </a:rPr>
              <a:t>&lt;Paper Title&gt;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EAF6EF"/>
                </a:solidFill>
                <a:latin typeface="Helvetica"/>
              </a:rPr>
              <a:t>&lt;Authors&gt; · &lt;Venue Year&gt;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Presenter:  &lt;name&gt; (&lt;MTech/PhD/RA&gt;)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Date:  &lt;reading-group date&gt;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8A5B"/>
                </a:solidFill>
                <a:latin typeface="Helvetica"/>
              </a:rPr>
              <a:t>Connects to lab project:  &lt;SentinelKilnDB / JoulesEye / AIRDELHI / ...&gt;</a:t>
            </a:r>
          </a:p>
          <a:p>
            <a:pPr algn="l"/>
            <a:r>
              <a:rPr sz="1600" b="0">
                <a:solidFill>
                  <a:srgbClr val="5D6B63"/>
                </a:solidFill>
                <a:latin typeface="Helvetica"/>
              </a:rPr>
              <a:t>Paper link:  &lt;url&gt;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D6B63"/>
                </a:solidFill>
                <a:latin typeface="Helvetica"/>
              </a:rPr>
              <a:t>Sustainability Lab · IIT Gandhinagar · paper reading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201A"/>
                </a:solidFill>
                <a:latin typeface="Helvetica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One sentence: what does this paper do?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Why are we reading it? (which lab problem it touches)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Verdict in one line: adopt / adapt / watch / skip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D6B63"/>
                </a:solidFill>
                <a:latin typeface="Helvetica"/>
              </a:rPr>
              <a:t>Keep this slide readable from the back of the room — it's the whole talk in 30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201A"/>
                </a:solidFill>
                <a:latin typeface="Helvetica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What task / question does the paper address?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Why is it hard? What did prior work miss?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How does this map to a problem we actually have in the lab?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201A"/>
                </a:solidFill>
                <a:latin typeface="Helvetica"/>
              </a:rPr>
              <a:t>Key idea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The core insight in plain words (one bullet).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Method overview — paste the architecture/pipeline figure here.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What is genuinely new vs. standard machinery?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Inputs / outputs / assumptions / data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D6B63"/>
                </a:solidFill>
                <a:latin typeface="Helvetica"/>
              </a:rPr>
              <a:t>Replace this text with the paper's main figure; narrate it, don't read equations.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201A"/>
                </a:solidFill>
                <a:latin typeface="Helvetica"/>
              </a:rPr>
              <a:t>Experiments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Datasets &amp; baselines — are they the right ones?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Headline numbers (and the metric — say what it means).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Most convincing result / ablation.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Anything suspicious? (cherry-picked setting, weak baseline, no error bars)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201A"/>
                </a:solidFill>
                <a:latin typeface="Helvetica"/>
              </a:rPr>
              <a:t>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What's solid and reusable.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What would transfer to our data/setting.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201A"/>
                </a:solidFill>
                <a:latin typeface="Helvetica"/>
              </a:rPr>
              <a:t>Limitations &amp;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Where it breaks or wasn't tested (e.g., low-res, cross-region, few labels).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Reproducibility: code? data? compute?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What would you want to ask the authors?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201A"/>
                </a:solidFill>
                <a:latin typeface="Helvetica"/>
              </a:rPr>
              <a:t>Relevance to our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Which project does this help — and exactly how?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Concrete idea to try: baseline to add / method to adapt / dataset to use.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Effort estimate &amp; who could own it.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Does it change anything we're currently doing?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D6B63"/>
                </a:solidFill>
                <a:latin typeface="Helvetica"/>
              </a:rPr>
              <a:t>This is the slide Nipun cares about most — be specific and actionable.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201A"/>
                </a:solidFill>
                <a:latin typeface="Helvetica"/>
              </a:rPr>
              <a:t>Discussion / action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Open questions for the group.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Action item 1 — owner — by when.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Action item 2 — owner — by when.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201A"/>
                </a:solidFill>
                <a:latin typeface="Helvetica"/>
              </a:rPr>
              <a:t>References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Paper: &lt;url&gt;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Code / project page: &lt;url&gt;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Related lab work: &lt;[[project]]&gt;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6201A"/>
                </a:solidFill>
                <a:latin typeface="Helvetica"/>
              </a:rPr>
              <a:t>•  Follow-up papers to read next: &lt;...&gt;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